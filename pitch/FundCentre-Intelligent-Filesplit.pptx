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E7BC8"/>
                </a:solidFill>
                <a:latin typeface="Calibri"/>
              </a:rP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FundCentre Intelligent Filesplit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CBD9EC"/>
                </a:solidFill>
                <a:latin typeface="Calibri"/>
              </a:rPr>
              <a:t>AI-powered document splitting and tagging for GP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BD9EC"/>
                </a:solidFill>
                <a:latin typeface="Calibri"/>
              </a:rPr>
              <a:t>Abhishek Korlekar  ·  SS&amp;C Intralinks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194560"/>
            <a:ext cx="137160" cy="1828800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BC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141A24"/>
                </a:solidFill>
                <a:latin typeface="Calibri"/>
              </a:rPr>
              <a:t>GPs tag every page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555F70"/>
                </a:solidFill>
                <a:latin typeface="Calibri"/>
              </a:rPr>
              <a:t>200+ pages. Three external IDs typed per page. One typo misroutes a capital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FundCentre Intelligent Filesplit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194560"/>
            <a:ext cx="137160" cy="1828800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BC8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141A24"/>
                </a:solidFill>
                <a:latin typeface="Calibri"/>
              </a:rPr>
              <a:t>Upload → AI reads → Review →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555F70"/>
                </a:solidFill>
                <a:latin typeface="Calibri"/>
              </a:rPr>
              <a:t>No splitter codes. No templates. The AI reads each page like a human.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FundCentre Intelligent Filesplit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E7BC8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Live demo — 4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CBD9EC"/>
                </a:solidFill>
                <a:latin typeface="Calibri"/>
              </a:rPr>
              <a:t>Combined PDF → AI extraction → Review with preview → Split ZIP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194560"/>
            <a:ext cx="137160" cy="1828800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BC8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141A24"/>
                </a:solidFill>
                <a:latin typeface="Calibri"/>
              </a:rPr>
              <a:t>Three problems. One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555F70"/>
                </a:solidFill>
                <a:latin typeface="Calibri"/>
              </a:rPr>
              <a:t>Multiple names per page · continuation pages · hallucinations — all handled.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FundCentre Intelligent Filesplit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194560"/>
            <a:ext cx="137160" cy="1828800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BC8"/>
                </a:solidFill>
                <a:latin typeface="Calibr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141A24"/>
                </a:solidFill>
                <a:latin typeface="Calibri"/>
              </a:rPr>
              <a:t>Zero markers. Validated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555F70"/>
                </a:solidFill>
                <a:latin typeface="Calibri"/>
              </a:rPr>
              <a:t>Most “AI document tools” stop at extraction. We close the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FundCentre Intelligent Filesplit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194560"/>
            <a:ext cx="137160" cy="1828800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2E7BC8"/>
                </a:solidFill>
                <a:latin typeface="Calibr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>
                <a:solidFill>
                  <a:srgbClr val="141A24"/>
                </a:solidFill>
                <a:latin typeface="Calibri"/>
              </a:rPr>
              <a:t>100 minutes → 3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555F70"/>
                </a:solidFill>
                <a:latin typeface="Calibri"/>
              </a:rPr>
              <a:t>Per 200-page combined PDF. 30–50× throughput at the same headcount.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FundCentre Intelligent Filesplit  · 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379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E7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E7BC8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Pilot with one GP next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972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dirty="0">
                <a:solidFill>
                  <a:srgbClr val="CBD9EC"/>
                </a:solidFill>
                <a:latin typeface="Calibri"/>
              </a:rPr>
              <a:t>Working prototype</a:t>
            </a:r>
            <a:r>
              <a:rPr sz="2200" b="0">
                <a:solidFill>
                  <a:srgbClr val="CBD9EC"/>
                </a:solidFill>
                <a:latin typeface="Calibri"/>
              </a:rPr>
              <a:t>. </a:t>
            </a:r>
            <a:endParaRPr sz="2200" b="0" dirty="0">
              <a:solidFill>
                <a:srgbClr val="CBD9E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CBD9EC"/>
                </a:solidFill>
                <a:latin typeface="Calibri"/>
              </a:rPr>
              <a:t>Thank you.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220</Words>
  <Application>Microsoft Macintosh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Korlekar</cp:lastModifiedBy>
  <cp:revision>2</cp:revision>
  <dcterms:created xsi:type="dcterms:W3CDTF">2013-01-27T09:14:16Z</dcterms:created>
  <dcterms:modified xsi:type="dcterms:W3CDTF">2026-05-29T04:20:08Z</dcterms:modified>
  <cp:category/>
</cp:coreProperties>
</file>